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43" y="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799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7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633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62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00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67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76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47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33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50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E2FE0BB-C5A8-4FA9-961F-4256E252975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0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3F3D00-F3BE-7FB2-5D4A-9A8A23FB1226}"/>
              </a:ext>
            </a:extLst>
          </p:cNvPr>
          <p:cNvSpPr txBox="1"/>
          <p:nvPr/>
        </p:nvSpPr>
        <p:spPr>
          <a:xfrm>
            <a:off x="3677266" y="0"/>
            <a:ext cx="4306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Walmart Sales Dashboard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7B54C-383C-830E-B3F2-AA7F91B3888B}"/>
              </a:ext>
            </a:extLst>
          </p:cNvPr>
          <p:cNvSpPr txBox="1"/>
          <p:nvPr/>
        </p:nvSpPr>
        <p:spPr>
          <a:xfrm>
            <a:off x="1066801" y="602982"/>
            <a:ext cx="9058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💰 Total Students  |  🏆Top Course | ⚠️Gender ratio| 🎉Top City</a:t>
            </a:r>
            <a:br>
              <a:rPr lang="en-IN" dirty="0"/>
            </a:br>
            <a:r>
              <a:rPr lang="en-IN" dirty="0"/>
              <a:t>       1000                            BBA                514:486            Hyderabad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9780D-DFC2-1B8D-3EFD-96942D89A2ED}"/>
              </a:ext>
            </a:extLst>
          </p:cNvPr>
          <p:cNvSpPr txBox="1"/>
          <p:nvPr/>
        </p:nvSpPr>
        <p:spPr>
          <a:xfrm>
            <a:off x="150339" y="1409738"/>
            <a:ext cx="3460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 Distribution: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D3F5C-9059-6EF4-90FC-C9312FE49E2B}"/>
              </a:ext>
            </a:extLst>
          </p:cNvPr>
          <p:cNvSpPr txBox="1"/>
          <p:nvPr/>
        </p:nvSpPr>
        <p:spPr>
          <a:xfrm>
            <a:off x="4409768" y="1442586"/>
            <a:ext cx="33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 vs Year: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401218-5973-1310-7D71-09B60B983548}"/>
              </a:ext>
            </a:extLst>
          </p:cNvPr>
          <p:cNvSpPr txBox="1"/>
          <p:nvPr/>
        </p:nvSpPr>
        <p:spPr>
          <a:xfrm>
            <a:off x="8259098" y="1389237"/>
            <a:ext cx="312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 vs Gender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87167-6FC6-9BEB-FA0D-6D3C9BEF1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83" y="1898949"/>
            <a:ext cx="3217561" cy="1849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F9B4DE-4265-DA89-5E80-3F0B58DB1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207" y="1898949"/>
            <a:ext cx="3460956" cy="19896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455DD7-8BF3-D3AD-3881-1CE67AEDB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635" y="1994880"/>
            <a:ext cx="3768582" cy="19896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A1361C-FB38-4DE5-0C24-2AC1C3A515AD}"/>
              </a:ext>
            </a:extLst>
          </p:cNvPr>
          <p:cNvSpPr txBox="1"/>
          <p:nvPr/>
        </p:nvSpPr>
        <p:spPr>
          <a:xfrm>
            <a:off x="360485" y="3984554"/>
            <a:ext cx="2356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Correlation Matrix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1773A-A5CE-56A7-244B-C3499C723C5A}"/>
              </a:ext>
            </a:extLst>
          </p:cNvPr>
          <p:cNvSpPr txBox="1"/>
          <p:nvPr/>
        </p:nvSpPr>
        <p:spPr>
          <a:xfrm>
            <a:off x="4114800" y="4193931"/>
            <a:ext cx="275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City Distribution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FB111A3-387F-C6B8-AE14-0C34D298F3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84" y="4563263"/>
            <a:ext cx="2389865" cy="19896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6765516-1A98-A81F-49A6-ACE58779A2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43" y="4623037"/>
            <a:ext cx="8516539" cy="223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3808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92</TotalTime>
  <Words>38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Venkata Sasi Kumar Avala</dc:creator>
  <cp:lastModifiedBy>sahii sahithi</cp:lastModifiedBy>
  <cp:revision>2</cp:revision>
  <dcterms:created xsi:type="dcterms:W3CDTF">2026-02-23T14:24:41Z</dcterms:created>
  <dcterms:modified xsi:type="dcterms:W3CDTF">2026-03-06T09:12:28Z</dcterms:modified>
</cp:coreProperties>
</file>